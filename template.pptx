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5186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E8C42-E77E-3D6C-DE02-C20A23B2F939}" v="42" dt="2026-03-24T08:31:52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E59B9-CE2E-4055-916F-7BDE56EBE08C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816EA-255F-481F-9B99-B9386832BA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58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8A838C-B1AF-8FDA-6791-329B00B7C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DD0B316-1B36-4171-9206-4C586262D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B4122F-EE53-35C0-1DF6-14A54716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B32ED7-03AC-4E03-7681-C89F0D32E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166726-921E-3C06-81E2-641DA108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53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892181-69BE-BE20-DD86-1402C920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8BCD4C-E506-AF27-BB62-601CBEAC0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1D8DB4-C3E0-1F09-A151-F4F15E39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32E570-F37E-F2A1-A5B4-3D0CDF95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8B971D-BFE2-D562-0936-104FA449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112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917B32-B9A6-237D-374C-052DB84E6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1B925E0-1D3E-D56F-114D-4D87BE206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2E6594-3627-FA7D-7EB6-6BB19037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504FBB-8761-A427-710C-B36B77CD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AFF0E7-4AFD-9652-0F95-9326AA8E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841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C23C52-D160-FBCF-AB8F-70D92E989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883FB7-BF00-B303-FB56-EEA030D4B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6F57B90-F4A1-1A5B-A893-0EBB4EDE3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FC6C6B-4587-0972-7F48-DAC71F3A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51C9CAE-B475-65FC-EDB7-D091022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FC5B18-9A4F-261C-91AF-E29D58D8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17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230A84-93E3-B108-CE4D-A3C67E74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AE131D-6984-A7D0-BC98-B26211D17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ABECCAA-2079-D409-9111-055A11A86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541E2DF-4F6B-38B2-7179-C57166AC5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4F37ADB-4F91-468D-D4AD-92C8EF0C4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D1393D8-3EA5-23A0-3FEE-2BDC2B92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097BC71-E720-4298-0C69-3D44BE8D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23D1A-89B1-5992-23B3-DDD28C1C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0417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52B68-CBBE-8DBD-FF43-4BB29C23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2A70343-93AA-3222-FFE4-DC3D8009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9AD9C86-6F95-2244-A365-D41F29FA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57EF278-D7C5-9BB7-7FBA-DAD728AB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878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300D18C-1B36-01AF-B98C-804DC8B4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A269C52-7AA5-D746-0978-EF353CF4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761663-1D06-D45E-8DF8-6710F01A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7033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251EA1-08DF-A6BE-3284-2E224D64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06791F-074B-7230-2D94-EF8205AAC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A28AD26-A1A3-75DB-4FA2-7267209B9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70EBD9-189C-8361-8999-DF96A338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53EB68-947A-8EF0-ECB1-25267F3C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911B33-8D35-077A-83AF-61930F51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594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B621F3-78AB-EF09-CA3B-AC3FAC6A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57991F5-B11E-3476-A6DE-6F666F094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D127004-9C3D-18B0-C42F-759170EC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B8CBEF-5342-24F3-6696-19D0942D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F17240D-AC94-0068-D466-66921F77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894AF1-6288-E6A3-16EB-35F925CE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488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04B53A-61BA-7A1F-22A0-EC471EB6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FF1391-0F22-E014-D42F-F89CA18FD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FC2E8C-B357-EA7E-C667-2E42F4D4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CCCBE8-1E02-D7EC-04D1-D29BC130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802B1D-93B1-C36A-720D-51EAE419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00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3630DBB-249F-0A6E-3279-A551C4F67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7A85DE-3DD0-06B6-ADE3-63539EE0E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21241E7-BA2A-4B8E-5629-7AB4FBB3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CED314-4C2F-69B0-CE9B-E3923970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F250B9-7744-62F6-EA19-8CDBA929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5776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721017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/>
          <p:cNvSpPr/>
          <p:nvPr userDrawn="1">
            <p:custDataLst>
              <p:tags r:id="rId2"/>
            </p:custDataLst>
          </p:nvPr>
        </p:nvSpPr>
        <p:spPr bwMode="gray">
          <a:xfrm>
            <a:off x="1" y="1"/>
            <a:ext cx="158751" cy="1587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buNone/>
            </a:pPr>
            <a:endParaRPr lang="it-IT" sz="1867" b="0" i="0" baseline="0" err="1">
              <a:solidFill>
                <a:schemeClr val="tx1"/>
              </a:solidFill>
              <a:latin typeface="Franklin Gothic Book" panose="020B0503020102020204" pitchFamily="34" charset="0"/>
              <a:ea typeface="+mn-ea"/>
              <a:cs typeface="+mn-cs"/>
              <a:sym typeface="Franklin Gothic Book" panose="020B05030201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" y="6642829"/>
            <a:ext cx="11624441" cy="215171"/>
          </a:xfrm>
        </p:spPr>
        <p:txBody>
          <a:bodyPr lIns="36000" tIns="36000" rIns="36000" bIns="36000"/>
          <a:lstStyle>
            <a:lvl1pPr>
              <a:defRPr sz="1067"/>
            </a:lvl1pPr>
          </a:lstStyle>
          <a:p>
            <a:endParaRPr lang="it-IT"/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0197885" y="918498"/>
            <a:ext cx="1509035" cy="2230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it-IT"/>
              <a:t>/ STICKER</a:t>
            </a:r>
          </a:p>
        </p:txBody>
      </p:sp>
      <p:cxnSp>
        <p:nvCxnSpPr>
          <p:cNvPr id="11" name="Connettore 1 8"/>
          <p:cNvCxnSpPr/>
          <p:nvPr userDrawn="1"/>
        </p:nvCxnSpPr>
        <p:spPr>
          <a:xfrm>
            <a:off x="477416" y="918497"/>
            <a:ext cx="112345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77415" y="459249"/>
            <a:ext cx="10223984" cy="36933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 i="0" u="none">
                <a:ln>
                  <a:noFill/>
                </a:ln>
                <a:solidFill>
                  <a:schemeClr val="tx1"/>
                </a:solidFill>
                <a:latin typeface="Franklin Gothic Medium" charset="0"/>
                <a:ea typeface="Franklin Gothic Medium" charset="0"/>
                <a:cs typeface="Franklin Gothic Medium" charset="0"/>
              </a:defRPr>
            </a:lvl1pPr>
            <a:lvl2pPr marL="609585" indent="0">
              <a:buFontTx/>
              <a:buNone/>
              <a:defRPr>
                <a:solidFill>
                  <a:schemeClr val="tx2"/>
                </a:solidFill>
              </a:defRPr>
            </a:lvl2pPr>
            <a:lvl3pPr marL="1219170" indent="0">
              <a:buFontTx/>
              <a:buNone/>
              <a:defRPr>
                <a:solidFill>
                  <a:schemeClr val="tx2"/>
                </a:solidFill>
              </a:defRPr>
            </a:lvl3pPr>
            <a:lvl4pPr marL="1828754" indent="0">
              <a:buFontTx/>
              <a:buNone/>
              <a:defRPr>
                <a:solidFill>
                  <a:schemeClr val="tx2"/>
                </a:solidFill>
              </a:defRPr>
            </a:lvl4pPr>
            <a:lvl5pPr marL="2438339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Action Title</a:t>
            </a:r>
          </a:p>
        </p:txBody>
      </p:sp>
      <p:sp>
        <p:nvSpPr>
          <p:cNvPr id="10" name="SlideNumber"/>
          <p:cNvSpPr/>
          <p:nvPr userDrawn="1"/>
        </p:nvSpPr>
        <p:spPr bwMode="gray">
          <a:xfrm>
            <a:off x="11858845" y="6652779"/>
            <a:ext cx="163506" cy="164212"/>
          </a:xfrm>
          <a:prstGeom prst="roundRect">
            <a:avLst>
              <a:gd name="adj" fmla="val 0"/>
            </a:avLst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182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1067" b="0" baseline="0" smtClean="0">
                <a:solidFill>
                  <a:schemeClr val="tx1"/>
                </a:solidFill>
                <a:latin typeface="+mn-lt"/>
              </a:rPr>
              <a:pPr marL="0" indent="0" algn="r" defTabSz="711182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1067" b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Immagin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312" y="218620"/>
            <a:ext cx="800609" cy="57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80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6">
          <p15:clr>
            <a:srgbClr val="CCCCCC"/>
          </p15:clr>
        </p15:guide>
        <p15:guide id="2" pos="5604">
          <p15:clr>
            <a:srgbClr val="CCCCC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B4FF17C-FB4A-22C8-B948-1A275EAC9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D3EAF2-B450-1BB3-80C7-558ABADEF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731629-CA48-9C6C-E2FE-68577DD5AD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CAF7C-3997-4B29-A8C6-C739C22FB1B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7ACD1C-A796-6146-0E40-7DA22E58A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1E9B93-D23F-80A0-68E6-DF92DEBE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35A78-B63F-44D5-8DE2-917399267FA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95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18A9-0935-7C7F-9648-A6D86C50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1F8BB13-DC73-2E5D-DE30-B8A8556AA1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7415" y="479702"/>
            <a:ext cx="10223984" cy="348878"/>
          </a:xfrm>
          <a:noFill/>
        </p:spPr>
        <p:txBody>
          <a:bodyPr/>
          <a:lstStyle/>
          <a:p>
            <a:r>
              <a:rPr lang="it-IT" sz="2267">
                <a:solidFill>
                  <a:srgbClr val="000000"/>
                </a:solidFill>
                <a:latin typeface="Franklin Gothic Medium"/>
              </a:rPr>
              <a:t>Best per Importo venduto </a:t>
            </a:r>
            <a:r>
              <a:rPr lang="it-IT" sz="2267">
                <a:latin typeface="Franklin Gothic Medium"/>
              </a:rPr>
              <a:t>W11 | </a:t>
            </a:r>
            <a:r>
              <a:rPr lang="it-IT" sz="2267">
                <a:solidFill>
                  <a:schemeClr val="tx2"/>
                </a:solidFill>
                <a:latin typeface="Franklin Gothic Medium"/>
              </a:rPr>
              <a:t>PE26</a:t>
            </a:r>
            <a:r>
              <a:rPr lang="it-IT" sz="2267">
                <a:latin typeface="Franklin Gothic Medium"/>
              </a:rPr>
              <a:t> </a:t>
            </a:r>
            <a:endParaRPr lang="it-IT" sz="2267">
              <a:solidFill>
                <a:schemeClr val="tx2"/>
              </a:solidFill>
            </a:endParaRPr>
          </a:p>
        </p:txBody>
      </p:sp>
      <p:sp>
        <p:nvSpPr>
          <p:cNvPr id="3" name="Segnaposto piè di pagina 1">
            <a:extLst>
              <a:ext uri="{FF2B5EF4-FFF2-40B4-BE49-F238E27FC236}">
                <a16:creationId xmlns:a16="http://schemas.microsoft.com/office/drawing/2014/main" id="{44B88543-FDA6-3011-B047-A5E0005C4CAF}"/>
              </a:ext>
            </a:extLst>
          </p:cNvPr>
          <p:cNvSpPr>
            <a:spLocks noGrp="1"/>
          </p:cNvSpPr>
          <p:nvPr/>
        </p:nvSpPr>
        <p:spPr>
          <a:xfrm>
            <a:off x="1" y="6642829"/>
            <a:ext cx="11624441" cy="215171"/>
          </a:xfrm>
          <a:prstGeom prst="rect">
            <a:avLst/>
          </a:prstGeom>
        </p:spPr>
        <p:txBody>
          <a:bodyPr vert="horz" lIns="48000" tIns="48000" rIns="48000" bIns="48000" rtlCol="0" anchor="b"/>
          <a:lstStyle>
            <a:defPPr>
              <a:defRPr lang="en-US"/>
            </a:defPPr>
            <a:lvl1pPr marL="0" indent="0" algn="l" defTabSz="533400" rtl="0" eaLnBrk="1" latinLnBrk="0" hangingPunct="1">
              <a:spcBef>
                <a:spcPts val="0"/>
              </a:spcBef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2667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00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3400" indent="-133350" algn="l" defTabSz="533400" rtl="0" eaLnBrk="1" latinLnBrk="0" hangingPunct="1">
              <a:spcBef>
                <a:spcPts val="450"/>
              </a:spcBef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66750" indent="-133350" algn="l" defTabSz="533400" rtl="0" eaLnBrk="1" latinLnBrk="0" hangingPunct="1">
              <a:spcBef>
                <a:spcPts val="450"/>
              </a:spcBef>
              <a:buChar char="&gt;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01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34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680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00150" indent="-133350" algn="l" defTabSz="533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067" dirty="0">
                <a:latin typeface="Franklin Gothic Book"/>
              </a:rPr>
              <a:t>*Venduto netto TABLET, lordo SFS, lordo RESI, lordo IVA</a:t>
            </a:r>
            <a:endParaRPr lang="it-IT" sz="106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E150BA-D4AB-5CB2-74C2-474632418B13}"/>
              </a:ext>
            </a:extLst>
          </p:cNvPr>
          <p:cNvSpPr/>
          <p:nvPr/>
        </p:nvSpPr>
        <p:spPr>
          <a:xfrm>
            <a:off x="489685" y="967505"/>
            <a:ext cx="5543620" cy="5666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005630-3166-CDC2-21BC-5AA929E7FCC9}"/>
              </a:ext>
            </a:extLst>
          </p:cNvPr>
          <p:cNvSpPr/>
          <p:nvPr/>
        </p:nvSpPr>
        <p:spPr>
          <a:xfrm>
            <a:off x="6033305" y="967505"/>
            <a:ext cx="5543620" cy="5666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5481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cxhWcdK4hK2RMbglMmg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9F70EE93BC9A408F80AED051FF802F" ma:contentTypeVersion="14" ma:contentTypeDescription="Creare un nuovo documento." ma:contentTypeScope="" ma:versionID="fc3fc7316e87d1e8a30af643a0eb393a">
  <xsd:schema xmlns:xsd="http://www.w3.org/2001/XMLSchema" xmlns:xs="http://www.w3.org/2001/XMLSchema" xmlns:p="http://schemas.microsoft.com/office/2006/metadata/properties" xmlns:ns2="2bb5b03b-38bf-4695-bd6f-4caee7e41266" xmlns:ns3="6267a6c0-4ade-444c-9073-1394a8b2deae" targetNamespace="http://schemas.microsoft.com/office/2006/metadata/properties" ma:root="true" ma:fieldsID="5ab285791f26787c3b972e1354e43666" ns2:_="" ns3:_="">
    <xsd:import namespace="2bb5b03b-38bf-4695-bd6f-4caee7e41266"/>
    <xsd:import namespace="6267a6c0-4ade-444c-9073-1394a8b2de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b5b03b-38bf-4695-bd6f-4caee7e412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Tag immagine" ma:readOnly="false" ma:fieldId="{5cf76f15-5ced-4ddc-b409-7134ff3c332f}" ma:taxonomyMulti="true" ma:sspId="f3d13c8b-f27d-41ec-a6e1-3d2f28c662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7a6c0-4ade-444c-9073-1394a8b2dea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cc277257-6cd8-4dc5-983b-ace9d99d0783}" ma:internalName="TaxCatchAll" ma:showField="CatchAllData" ma:web="6267a6c0-4ade-444c-9073-1394a8b2de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b5b03b-38bf-4695-bd6f-4caee7e41266">
      <Terms xmlns="http://schemas.microsoft.com/office/infopath/2007/PartnerControls"/>
    </lcf76f155ced4ddcb4097134ff3c332f>
    <TaxCatchAll xmlns="6267a6c0-4ade-444c-9073-1394a8b2deae" xsi:nil="true"/>
  </documentManagement>
</p:properties>
</file>

<file path=customXml/itemProps1.xml><?xml version="1.0" encoding="utf-8"?>
<ds:datastoreItem xmlns:ds="http://schemas.openxmlformats.org/officeDocument/2006/customXml" ds:itemID="{2D9CE237-9D14-4DA4-93E2-71E1D96E62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BBA3AE-2523-47E9-B1F8-C294882A77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b5b03b-38bf-4695-bd6f-4caee7e41266"/>
    <ds:schemaRef ds:uri="6267a6c0-4ade-444c-9073-1394a8b2de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62B496-4E5C-4326-B42B-3490EEABBEFA}">
  <ds:schemaRefs>
    <ds:schemaRef ds:uri="http://schemas.microsoft.com/office/2006/metadata/properties"/>
    <ds:schemaRef ds:uri="http://schemas.microsoft.com/office/infopath/2007/PartnerControls"/>
    <ds:schemaRef ds:uri="2bb5b03b-38bf-4695-bd6f-4caee7e41266"/>
    <ds:schemaRef ds:uri="6267a6c0-4ade-444c-9073-1394a8b2dea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Franklin Gothic Book</vt:lpstr>
      <vt:lpstr>Franklin Gothic Medium</vt:lpstr>
      <vt:lpstr>Tema di Office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Luca Maria Vittoria</dc:creator>
  <cp:lastModifiedBy>Pellegrino Luca</cp:lastModifiedBy>
  <cp:revision>27</cp:revision>
  <dcterms:created xsi:type="dcterms:W3CDTF">2026-03-19T11:03:15Z</dcterms:created>
  <dcterms:modified xsi:type="dcterms:W3CDTF">2026-03-24T11:57:38Z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0x010100E19F70EE93BC9A408F80AED051FF802F</vt:lpwstr>
  </property>
  <property fmtid="{D5CDD505-2E9C-101B-9397-08002B2CF9AE}" pid="3" name="MediaServiceImageTags">
    <vt:lpwstr/>
  </property>
</Properties>
</file>